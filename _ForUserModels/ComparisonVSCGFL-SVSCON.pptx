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62" r:id="rId6"/>
    <p:sldId id="258" r:id="rId7"/>
    <p:sldId id="259" r:id="rId8"/>
    <p:sldId id="256" r:id="rId9"/>
    <p:sldId id="260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Sigrist" userId="f8aa5ed6-af49-496a-ab86-036f67574299" providerId="ADAL" clId="{0A3B975A-95CE-48B3-B2A1-BF0F2AC435CC}"/>
    <pc:docChg chg="custSel addSld modSld sldOrd">
      <pc:chgData name="Lukas Sigrist" userId="f8aa5ed6-af49-496a-ab86-036f67574299" providerId="ADAL" clId="{0A3B975A-95CE-48B3-B2A1-BF0F2AC435CC}" dt="2024-10-07T13:40:20.282" v="564" actId="1036"/>
      <pc:docMkLst>
        <pc:docMk/>
      </pc:docMkLst>
      <pc:sldChg chg="addSp delSp modSp">
        <pc:chgData name="Lukas Sigrist" userId="f8aa5ed6-af49-496a-ab86-036f67574299" providerId="ADAL" clId="{0A3B975A-95CE-48B3-B2A1-BF0F2AC435CC}" dt="2024-10-04T10:15:51.513" v="494" actId="20577"/>
        <pc:sldMkLst>
          <pc:docMk/>
          <pc:sldMk cId="2101063345" sldId="256"/>
        </pc:sldMkLst>
        <pc:spChg chg="mod">
          <ac:chgData name="Lukas Sigrist" userId="f8aa5ed6-af49-496a-ab86-036f67574299" providerId="ADAL" clId="{0A3B975A-95CE-48B3-B2A1-BF0F2AC435CC}" dt="2024-10-04T10:15:51.513" v="494" actId="20577"/>
          <ac:spMkLst>
            <pc:docMk/>
            <pc:sldMk cId="2101063345" sldId="256"/>
            <ac:spMk id="8" creationId="{18428657-8341-4FD3-B468-240AB11A8B91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2101063345" sldId="256"/>
            <ac:spMk id="31" creationId="{58D45D88-441B-42D9-9721-69F3A240708C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2101063345" sldId="256"/>
            <ac:spMk id="32" creationId="{D45200AF-BEFC-4E3C-A9E2-E6E82897A959}"/>
          </ac:spMkLst>
        </pc:spChg>
        <pc:picChg chg="mod">
          <ac:chgData name="Lukas Sigrist" userId="f8aa5ed6-af49-496a-ab86-036f67574299" providerId="ADAL" clId="{0A3B975A-95CE-48B3-B2A1-BF0F2AC435CC}" dt="2024-10-04T08:08:36.766" v="383" actId="1076"/>
          <ac:picMkLst>
            <pc:docMk/>
            <pc:sldMk cId="2101063345" sldId="256"/>
            <ac:picMk id="26" creationId="{7FE24584-3A03-4889-BBFB-E276B956D154}"/>
          </ac:picMkLst>
        </pc:picChg>
        <pc:picChg chg="mod">
          <ac:chgData name="Lukas Sigrist" userId="f8aa5ed6-af49-496a-ab86-036f67574299" providerId="ADAL" clId="{0A3B975A-95CE-48B3-B2A1-BF0F2AC435CC}" dt="2024-10-04T08:08:56.125" v="392" actId="1035"/>
          <ac:picMkLst>
            <pc:docMk/>
            <pc:sldMk cId="2101063345" sldId="256"/>
            <ac:picMk id="30" creationId="{5F30BEEE-24C6-4DB0-8397-DBB4486169F5}"/>
          </ac:picMkLst>
        </pc:picChg>
      </pc:sldChg>
      <pc:sldChg chg="addSp delSp modSp">
        <pc:chgData name="Lukas Sigrist" userId="f8aa5ed6-af49-496a-ab86-036f67574299" providerId="ADAL" clId="{0A3B975A-95CE-48B3-B2A1-BF0F2AC435CC}" dt="2024-10-04T10:15:26.530" v="490"/>
        <pc:sldMkLst>
          <pc:docMk/>
          <pc:sldMk cId="2664292215" sldId="258"/>
        </pc:sldMkLst>
        <pc:spChg chg="mod">
          <ac:chgData name="Lukas Sigrist" userId="f8aa5ed6-af49-496a-ab86-036f67574299" providerId="ADAL" clId="{0A3B975A-95CE-48B3-B2A1-BF0F2AC435CC}" dt="2024-10-04T10:15:26.530" v="490"/>
          <ac:spMkLst>
            <pc:docMk/>
            <pc:sldMk cId="2664292215" sldId="258"/>
            <ac:spMk id="8" creationId="{18428657-8341-4FD3-B468-240AB11A8B91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2664292215" sldId="258"/>
            <ac:spMk id="10" creationId="{2519B049-9B24-4346-9CA1-F8B38C1686AA}"/>
          </ac:spMkLst>
        </pc:spChg>
        <pc:spChg chg="add del mod">
          <ac:chgData name="Lukas Sigrist" userId="f8aa5ed6-af49-496a-ab86-036f67574299" providerId="ADAL" clId="{0A3B975A-95CE-48B3-B2A1-BF0F2AC435CC}" dt="2024-10-04T08:04:38.358" v="126" actId="478"/>
          <ac:spMkLst>
            <pc:docMk/>
            <pc:sldMk cId="2664292215" sldId="258"/>
            <ac:spMk id="11" creationId="{7CE6A8CB-3F96-44D1-B82E-3268A0B3E177}"/>
          </ac:spMkLst>
        </pc:spChg>
        <pc:picChg chg="mod">
          <ac:chgData name="Lukas Sigrist" userId="f8aa5ed6-af49-496a-ab86-036f67574299" providerId="ADAL" clId="{0A3B975A-95CE-48B3-B2A1-BF0F2AC435CC}" dt="2024-10-04T08:07:55.981" v="377" actId="1035"/>
          <ac:picMkLst>
            <pc:docMk/>
            <pc:sldMk cId="2664292215" sldId="258"/>
            <ac:picMk id="3" creationId="{CB4D80C5-5F89-469E-BC8E-4493D6267A07}"/>
          </ac:picMkLst>
        </pc:picChg>
        <pc:picChg chg="mod">
          <ac:chgData name="Lukas Sigrist" userId="f8aa5ed6-af49-496a-ab86-036f67574299" providerId="ADAL" clId="{0A3B975A-95CE-48B3-B2A1-BF0F2AC435CC}" dt="2024-10-04T08:07:57.438" v="378" actId="1035"/>
          <ac:picMkLst>
            <pc:docMk/>
            <pc:sldMk cId="2664292215" sldId="258"/>
            <ac:picMk id="6" creationId="{C54A4466-3C2F-43D1-8DC0-4354AA83EDC8}"/>
          </ac:picMkLst>
        </pc:picChg>
      </pc:sldChg>
      <pc:sldChg chg="addSp delSp modSp">
        <pc:chgData name="Lukas Sigrist" userId="f8aa5ed6-af49-496a-ab86-036f67574299" providerId="ADAL" clId="{0A3B975A-95CE-48B3-B2A1-BF0F2AC435CC}" dt="2024-10-04T10:15:29.569" v="491"/>
        <pc:sldMkLst>
          <pc:docMk/>
          <pc:sldMk cId="4200157261" sldId="259"/>
        </pc:sldMkLst>
        <pc:spChg chg="mod">
          <ac:chgData name="Lukas Sigrist" userId="f8aa5ed6-af49-496a-ab86-036f67574299" providerId="ADAL" clId="{0A3B975A-95CE-48B3-B2A1-BF0F2AC435CC}" dt="2024-10-04T10:15:29.569" v="491"/>
          <ac:spMkLst>
            <pc:docMk/>
            <pc:sldMk cId="4200157261" sldId="259"/>
            <ac:spMk id="8" creationId="{18428657-8341-4FD3-B468-240AB11A8B91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4200157261" sldId="259"/>
            <ac:spMk id="14" creationId="{199D9413-FCE5-4D12-A54E-9353F749A271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4200157261" sldId="259"/>
            <ac:spMk id="15" creationId="{A9370D00-FBB5-43CC-B68A-1AD3264BC30A}"/>
          </ac:spMkLst>
        </pc:spChg>
        <pc:picChg chg="mod">
          <ac:chgData name="Lukas Sigrist" userId="f8aa5ed6-af49-496a-ab86-036f67574299" providerId="ADAL" clId="{0A3B975A-95CE-48B3-B2A1-BF0F2AC435CC}" dt="2024-10-04T08:07:45.316" v="375" actId="1035"/>
          <ac:picMkLst>
            <pc:docMk/>
            <pc:sldMk cId="4200157261" sldId="259"/>
            <ac:picMk id="12" creationId="{F21190C9-17CC-45B0-973D-E985C12FC712}"/>
          </ac:picMkLst>
        </pc:picChg>
        <pc:picChg chg="mod">
          <ac:chgData name="Lukas Sigrist" userId="f8aa5ed6-af49-496a-ab86-036f67574299" providerId="ADAL" clId="{0A3B975A-95CE-48B3-B2A1-BF0F2AC435CC}" dt="2024-10-04T08:07:49.293" v="376" actId="1076"/>
          <ac:picMkLst>
            <pc:docMk/>
            <pc:sldMk cId="4200157261" sldId="259"/>
            <ac:picMk id="13" creationId="{506B54B4-27DE-4306-952C-07142314DB12}"/>
          </ac:picMkLst>
        </pc:picChg>
      </pc:sldChg>
      <pc:sldChg chg="addSp delSp modSp">
        <pc:chgData name="Lukas Sigrist" userId="f8aa5ed6-af49-496a-ab86-036f67574299" providerId="ADAL" clId="{0A3B975A-95CE-48B3-B2A1-BF0F2AC435CC}" dt="2024-10-04T10:15:54.479" v="495" actId="20577"/>
        <pc:sldMkLst>
          <pc:docMk/>
          <pc:sldMk cId="3609603588" sldId="260"/>
        </pc:sldMkLst>
        <pc:spChg chg="mod">
          <ac:chgData name="Lukas Sigrist" userId="f8aa5ed6-af49-496a-ab86-036f67574299" providerId="ADAL" clId="{0A3B975A-95CE-48B3-B2A1-BF0F2AC435CC}" dt="2024-10-04T10:15:54.479" v="495" actId="20577"/>
          <ac:spMkLst>
            <pc:docMk/>
            <pc:sldMk cId="3609603588" sldId="260"/>
            <ac:spMk id="8" creationId="{18428657-8341-4FD3-B468-240AB11A8B91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3609603588" sldId="260"/>
            <ac:spMk id="19" creationId="{4E415780-84B7-4EE9-B199-576ED436DF39}"/>
          </ac:spMkLst>
        </pc:spChg>
        <pc:spChg chg="add del mod">
          <ac:chgData name="Lukas Sigrist" userId="f8aa5ed6-af49-496a-ab86-036f67574299" providerId="ADAL" clId="{0A3B975A-95CE-48B3-B2A1-BF0F2AC435CC}" dt="2024-10-04T08:04:15.784" v="106"/>
          <ac:spMkLst>
            <pc:docMk/>
            <pc:sldMk cId="3609603588" sldId="260"/>
            <ac:spMk id="20" creationId="{AE4D6C54-779C-4EE2-9197-8271BEE6C52E}"/>
          </ac:spMkLst>
        </pc:spChg>
        <pc:picChg chg="mod">
          <ac:chgData name="Lukas Sigrist" userId="f8aa5ed6-af49-496a-ab86-036f67574299" providerId="ADAL" clId="{0A3B975A-95CE-48B3-B2A1-BF0F2AC435CC}" dt="2024-10-04T08:08:27.116" v="381" actId="1076"/>
          <ac:picMkLst>
            <pc:docMk/>
            <pc:sldMk cId="3609603588" sldId="260"/>
            <ac:picMk id="14" creationId="{31289C18-56DE-4AE1-85B0-2458943AEF4B}"/>
          </ac:picMkLst>
        </pc:picChg>
        <pc:picChg chg="mod">
          <ac:chgData name="Lukas Sigrist" userId="f8aa5ed6-af49-496a-ab86-036f67574299" providerId="ADAL" clId="{0A3B975A-95CE-48B3-B2A1-BF0F2AC435CC}" dt="2024-10-04T08:09:01.772" v="393" actId="1076"/>
          <ac:picMkLst>
            <pc:docMk/>
            <pc:sldMk cId="3609603588" sldId="260"/>
            <ac:picMk id="18" creationId="{B91F60BF-E461-477D-916E-B48C3AD3FF71}"/>
          </ac:picMkLst>
        </pc:picChg>
      </pc:sldChg>
      <pc:sldChg chg="modSp add ord">
        <pc:chgData name="Lukas Sigrist" userId="f8aa5ed6-af49-496a-ab86-036f67574299" providerId="ADAL" clId="{0A3B975A-95CE-48B3-B2A1-BF0F2AC435CC}" dt="2024-10-04T08:03:42.670" v="105" actId="20577"/>
        <pc:sldMkLst>
          <pc:docMk/>
          <pc:sldMk cId="2504722482" sldId="261"/>
        </pc:sldMkLst>
        <pc:spChg chg="mod">
          <ac:chgData name="Lukas Sigrist" userId="f8aa5ed6-af49-496a-ab86-036f67574299" providerId="ADAL" clId="{0A3B975A-95CE-48B3-B2A1-BF0F2AC435CC}" dt="2024-10-04T08:03:14.135" v="12" actId="20577"/>
          <ac:spMkLst>
            <pc:docMk/>
            <pc:sldMk cId="2504722482" sldId="261"/>
            <ac:spMk id="2" creationId="{23DABFB9-81BE-4138-ADDA-EB4B996572F7}"/>
          </ac:spMkLst>
        </pc:spChg>
        <pc:spChg chg="mod">
          <ac:chgData name="Lukas Sigrist" userId="f8aa5ed6-af49-496a-ab86-036f67574299" providerId="ADAL" clId="{0A3B975A-95CE-48B3-B2A1-BF0F2AC435CC}" dt="2024-10-04T08:03:42.670" v="105" actId="20577"/>
          <ac:spMkLst>
            <pc:docMk/>
            <pc:sldMk cId="2504722482" sldId="261"/>
            <ac:spMk id="3" creationId="{52F23DC9-15ED-4226-A3CA-AC0CF5DF0331}"/>
          </ac:spMkLst>
        </pc:spChg>
      </pc:sldChg>
      <pc:sldChg chg="modSp add">
        <pc:chgData name="Lukas Sigrist" userId="f8aa5ed6-af49-496a-ab86-036f67574299" providerId="ADAL" clId="{0A3B975A-95CE-48B3-B2A1-BF0F2AC435CC}" dt="2024-10-04T08:06:36.726" v="372" actId="20577"/>
        <pc:sldMkLst>
          <pc:docMk/>
          <pc:sldMk cId="3960546974" sldId="262"/>
        </pc:sldMkLst>
        <pc:spChg chg="mod">
          <ac:chgData name="Lukas Sigrist" userId="f8aa5ed6-af49-496a-ab86-036f67574299" providerId="ADAL" clId="{0A3B975A-95CE-48B3-B2A1-BF0F2AC435CC}" dt="2024-10-04T08:04:33.926" v="125" actId="20577"/>
          <ac:spMkLst>
            <pc:docMk/>
            <pc:sldMk cId="3960546974" sldId="262"/>
            <ac:spMk id="2" creationId="{23DABFB9-81BE-4138-ADDA-EB4B996572F7}"/>
          </ac:spMkLst>
        </pc:spChg>
        <pc:spChg chg="mod">
          <ac:chgData name="Lukas Sigrist" userId="f8aa5ed6-af49-496a-ab86-036f67574299" providerId="ADAL" clId="{0A3B975A-95CE-48B3-B2A1-BF0F2AC435CC}" dt="2024-10-04T08:06:36.726" v="372" actId="20577"/>
          <ac:spMkLst>
            <pc:docMk/>
            <pc:sldMk cId="3960546974" sldId="262"/>
            <ac:spMk id="3" creationId="{52F23DC9-15ED-4226-A3CA-AC0CF5DF0331}"/>
          </ac:spMkLst>
        </pc:spChg>
      </pc:sldChg>
      <pc:sldChg chg="modSp add">
        <pc:chgData name="Lukas Sigrist" userId="f8aa5ed6-af49-496a-ab86-036f67574299" providerId="ADAL" clId="{0A3B975A-95CE-48B3-B2A1-BF0F2AC435CC}" dt="2024-10-04T08:10:52.502" v="461" actId="20577"/>
        <pc:sldMkLst>
          <pc:docMk/>
          <pc:sldMk cId="3352255108" sldId="263"/>
        </pc:sldMkLst>
        <pc:spChg chg="mod">
          <ac:chgData name="Lukas Sigrist" userId="f8aa5ed6-af49-496a-ab86-036f67574299" providerId="ADAL" clId="{0A3B975A-95CE-48B3-B2A1-BF0F2AC435CC}" dt="2024-10-04T08:09:36.932" v="400" actId="20577"/>
          <ac:spMkLst>
            <pc:docMk/>
            <pc:sldMk cId="3352255108" sldId="263"/>
            <ac:spMk id="2" creationId="{23DABFB9-81BE-4138-ADDA-EB4B996572F7}"/>
          </ac:spMkLst>
        </pc:spChg>
        <pc:spChg chg="mod">
          <ac:chgData name="Lukas Sigrist" userId="f8aa5ed6-af49-496a-ab86-036f67574299" providerId="ADAL" clId="{0A3B975A-95CE-48B3-B2A1-BF0F2AC435CC}" dt="2024-10-04T08:10:52.502" v="461" actId="20577"/>
          <ac:spMkLst>
            <pc:docMk/>
            <pc:sldMk cId="3352255108" sldId="263"/>
            <ac:spMk id="3" creationId="{52F23DC9-15ED-4226-A3CA-AC0CF5DF0331}"/>
          </ac:spMkLst>
        </pc:spChg>
      </pc:sldChg>
      <pc:sldChg chg="addSp delSp modSp add">
        <pc:chgData name="Lukas Sigrist" userId="f8aa5ed6-af49-496a-ab86-036f67574299" providerId="ADAL" clId="{0A3B975A-95CE-48B3-B2A1-BF0F2AC435CC}" dt="2024-10-07T13:28:24.230" v="538" actId="1038"/>
        <pc:sldMkLst>
          <pc:docMk/>
          <pc:sldMk cId="1997176843" sldId="264"/>
        </pc:sldMkLst>
        <pc:spChg chg="add del mod">
          <ac:chgData name="Lukas Sigrist" userId="f8aa5ed6-af49-496a-ab86-036f67574299" providerId="ADAL" clId="{0A3B975A-95CE-48B3-B2A1-BF0F2AC435CC}" dt="2024-10-04T10:39:18.099" v="505" actId="478"/>
          <ac:spMkLst>
            <pc:docMk/>
            <pc:sldMk cId="1997176843" sldId="264"/>
            <ac:spMk id="7" creationId="{87CF08FF-CDF6-4453-BB5F-0092B33CFA5A}"/>
          </ac:spMkLst>
        </pc:spChg>
        <pc:spChg chg="mod">
          <ac:chgData name="Lukas Sigrist" userId="f8aa5ed6-af49-496a-ab86-036f67574299" providerId="ADAL" clId="{0A3B975A-95CE-48B3-B2A1-BF0F2AC435CC}" dt="2024-10-04T10:15:57.296" v="496" actId="20577"/>
          <ac:spMkLst>
            <pc:docMk/>
            <pc:sldMk cId="1997176843" sldId="264"/>
            <ac:spMk id="8" creationId="{18428657-8341-4FD3-B468-240AB11A8B91}"/>
          </ac:spMkLst>
        </pc:spChg>
        <pc:picChg chg="add mod">
          <ac:chgData name="Lukas Sigrist" userId="f8aa5ed6-af49-496a-ab86-036f67574299" providerId="ADAL" clId="{0A3B975A-95CE-48B3-B2A1-BF0F2AC435CC}" dt="2024-10-07T13:28:24.230" v="538" actId="1038"/>
          <ac:picMkLst>
            <pc:docMk/>
            <pc:sldMk cId="1997176843" sldId="264"/>
            <ac:picMk id="3" creationId="{641E2FA8-941B-44B4-BEF4-E8A12FBB4BCE}"/>
          </ac:picMkLst>
        </pc:picChg>
        <pc:picChg chg="add mod">
          <ac:chgData name="Lukas Sigrist" userId="f8aa5ed6-af49-496a-ab86-036f67574299" providerId="ADAL" clId="{0A3B975A-95CE-48B3-B2A1-BF0F2AC435CC}" dt="2024-10-04T10:39:23.653" v="506" actId="1076"/>
          <ac:picMkLst>
            <pc:docMk/>
            <pc:sldMk cId="1997176843" sldId="264"/>
            <ac:picMk id="5" creationId="{8DFC3CAF-7ED7-48BB-A2C7-587B90887DD1}"/>
          </ac:picMkLst>
        </pc:picChg>
        <pc:picChg chg="add del mod">
          <ac:chgData name="Lukas Sigrist" userId="f8aa5ed6-af49-496a-ab86-036f67574299" providerId="ADAL" clId="{0A3B975A-95CE-48B3-B2A1-BF0F2AC435CC}" dt="2024-10-07T13:27:57.662" v="533"/>
          <ac:picMkLst>
            <pc:docMk/>
            <pc:sldMk cId="1997176843" sldId="264"/>
            <ac:picMk id="10" creationId="{7B1E862F-4296-4AF6-B059-FEB182614BA4}"/>
          </ac:picMkLst>
        </pc:picChg>
        <pc:picChg chg="add del mod">
          <ac:chgData name="Lukas Sigrist" userId="f8aa5ed6-af49-496a-ab86-036f67574299" providerId="ADAL" clId="{0A3B975A-95CE-48B3-B2A1-BF0F2AC435CC}" dt="2024-10-07T13:27:57.662" v="533"/>
          <ac:picMkLst>
            <pc:docMk/>
            <pc:sldMk cId="1997176843" sldId="264"/>
            <ac:picMk id="12" creationId="{3FFF1105-3F44-4E93-B54F-3FEDA2EBB627}"/>
          </ac:picMkLst>
        </pc:picChg>
        <pc:picChg chg="del">
          <ac:chgData name="Lukas Sigrist" userId="f8aa5ed6-af49-496a-ab86-036f67574299" providerId="ADAL" clId="{0A3B975A-95CE-48B3-B2A1-BF0F2AC435CC}" dt="2024-10-04T10:39:07.127" v="502" actId="478"/>
          <ac:picMkLst>
            <pc:docMk/>
            <pc:sldMk cId="1997176843" sldId="264"/>
            <ac:picMk id="26" creationId="{7FE24584-3A03-4889-BBFB-E276B956D154}"/>
          </ac:picMkLst>
        </pc:picChg>
        <pc:picChg chg="del">
          <ac:chgData name="Lukas Sigrist" userId="f8aa5ed6-af49-496a-ab86-036f67574299" providerId="ADAL" clId="{0A3B975A-95CE-48B3-B2A1-BF0F2AC435CC}" dt="2024-10-04T10:39:06.613" v="501" actId="478"/>
          <ac:picMkLst>
            <pc:docMk/>
            <pc:sldMk cId="1997176843" sldId="264"/>
            <ac:picMk id="28" creationId="{66DD2CD5-DBEB-4686-B1EF-86EB29086937}"/>
          </ac:picMkLst>
        </pc:picChg>
        <pc:picChg chg="del">
          <ac:chgData name="Lukas Sigrist" userId="f8aa5ed6-af49-496a-ab86-036f67574299" providerId="ADAL" clId="{0A3B975A-95CE-48B3-B2A1-BF0F2AC435CC}" dt="2024-10-04T10:14:54.549" v="463" actId="478"/>
          <ac:picMkLst>
            <pc:docMk/>
            <pc:sldMk cId="1997176843" sldId="264"/>
            <ac:picMk id="30" creationId="{5F30BEEE-24C6-4DB0-8397-DBB4486169F5}"/>
          </ac:picMkLst>
        </pc:picChg>
      </pc:sldChg>
      <pc:sldChg chg="addSp delSp modSp add">
        <pc:chgData name="Lukas Sigrist" userId="f8aa5ed6-af49-496a-ab86-036f67574299" providerId="ADAL" clId="{0A3B975A-95CE-48B3-B2A1-BF0F2AC435CC}" dt="2024-10-07T13:28:35.565" v="542" actId="1035"/>
        <pc:sldMkLst>
          <pc:docMk/>
          <pc:sldMk cId="235786424" sldId="265"/>
        </pc:sldMkLst>
        <pc:spChg chg="mod">
          <ac:chgData name="Lukas Sigrist" userId="f8aa5ed6-af49-496a-ab86-036f67574299" providerId="ADAL" clId="{0A3B975A-95CE-48B3-B2A1-BF0F2AC435CC}" dt="2024-10-04T10:15:59.668" v="497" actId="20577"/>
          <ac:spMkLst>
            <pc:docMk/>
            <pc:sldMk cId="235786424" sldId="265"/>
            <ac:spMk id="8" creationId="{18428657-8341-4FD3-B468-240AB11A8B91}"/>
          </ac:spMkLst>
        </pc:spChg>
        <pc:picChg chg="add del mod">
          <ac:chgData name="Lukas Sigrist" userId="f8aa5ed6-af49-496a-ab86-036f67574299" providerId="ADAL" clId="{0A3B975A-95CE-48B3-B2A1-BF0F2AC435CC}" dt="2024-10-04T10:38:59.621" v="499"/>
          <ac:picMkLst>
            <pc:docMk/>
            <pc:sldMk cId="235786424" sldId="265"/>
            <ac:picMk id="3" creationId="{6A18AAEC-9331-4F85-AC97-DE850359194D}"/>
          </ac:picMkLst>
        </pc:picChg>
        <pc:picChg chg="add del mod">
          <ac:chgData name="Lukas Sigrist" userId="f8aa5ed6-af49-496a-ab86-036f67574299" providerId="ADAL" clId="{0A3B975A-95CE-48B3-B2A1-BF0F2AC435CC}" dt="2024-10-04T10:38:59.621" v="499"/>
          <ac:picMkLst>
            <pc:docMk/>
            <pc:sldMk cId="235786424" sldId="265"/>
            <ac:picMk id="5" creationId="{844B6B4C-8063-49CE-BC56-C6252D73C1F3}"/>
          </ac:picMkLst>
        </pc:picChg>
        <pc:picChg chg="add mod">
          <ac:chgData name="Lukas Sigrist" userId="f8aa5ed6-af49-496a-ab86-036f67574299" providerId="ADAL" clId="{0A3B975A-95CE-48B3-B2A1-BF0F2AC435CC}" dt="2024-10-07T13:28:06.100" v="536" actId="1076"/>
          <ac:picMkLst>
            <pc:docMk/>
            <pc:sldMk cId="235786424" sldId="265"/>
            <ac:picMk id="10" creationId="{50A2BD22-1378-4F4B-9268-BEAE36B982B6}"/>
          </ac:picMkLst>
        </pc:picChg>
        <pc:picChg chg="add mod">
          <ac:chgData name="Lukas Sigrist" userId="f8aa5ed6-af49-496a-ab86-036f67574299" providerId="ADAL" clId="{0A3B975A-95CE-48B3-B2A1-BF0F2AC435CC}" dt="2024-10-07T13:28:35.565" v="542" actId="1035"/>
          <ac:picMkLst>
            <pc:docMk/>
            <pc:sldMk cId="235786424" sldId="265"/>
            <ac:picMk id="11" creationId="{8F9B59A4-078D-462A-AF6E-EFD3CD5025E2}"/>
          </ac:picMkLst>
        </pc:picChg>
        <pc:picChg chg="del">
          <ac:chgData name="Lukas Sigrist" userId="f8aa5ed6-af49-496a-ab86-036f67574299" providerId="ADAL" clId="{0A3B975A-95CE-48B3-B2A1-BF0F2AC435CC}" dt="2024-10-04T10:14:56.151" v="464" actId="478"/>
          <ac:picMkLst>
            <pc:docMk/>
            <pc:sldMk cId="235786424" sldId="265"/>
            <ac:picMk id="18" creationId="{B91F60BF-E461-477D-916E-B48C3AD3FF71}"/>
          </ac:picMkLst>
        </pc:picChg>
      </pc:sldChg>
      <pc:sldChg chg="addSp modSp add">
        <pc:chgData name="Lukas Sigrist" userId="f8aa5ed6-af49-496a-ab86-036f67574299" providerId="ADAL" clId="{0A3B975A-95CE-48B3-B2A1-BF0F2AC435CC}" dt="2024-10-07T13:23:23.675" v="530" actId="1076"/>
        <pc:sldMkLst>
          <pc:docMk/>
          <pc:sldMk cId="2031110140" sldId="266"/>
        </pc:sldMkLst>
        <pc:spChg chg="mod">
          <ac:chgData name="Lukas Sigrist" userId="f8aa5ed6-af49-496a-ab86-036f67574299" providerId="ADAL" clId="{0A3B975A-95CE-48B3-B2A1-BF0F2AC435CC}" dt="2024-10-04T10:39:58.212" v="521" actId="20577"/>
          <ac:spMkLst>
            <pc:docMk/>
            <pc:sldMk cId="2031110140" sldId="266"/>
            <ac:spMk id="8" creationId="{18428657-8341-4FD3-B468-240AB11A8B91}"/>
          </ac:spMkLst>
        </pc:spChg>
        <pc:picChg chg="add mod">
          <ac:chgData name="Lukas Sigrist" userId="f8aa5ed6-af49-496a-ab86-036f67574299" providerId="ADAL" clId="{0A3B975A-95CE-48B3-B2A1-BF0F2AC435CC}" dt="2024-10-07T13:23:23.675" v="530" actId="1076"/>
          <ac:picMkLst>
            <pc:docMk/>
            <pc:sldMk cId="2031110140" sldId="266"/>
            <ac:picMk id="4" creationId="{B38495D6-2F31-43F0-B5AD-DE09C3B9C5AD}"/>
          </ac:picMkLst>
        </pc:picChg>
        <pc:picChg chg="add mod">
          <ac:chgData name="Lukas Sigrist" userId="f8aa5ed6-af49-496a-ab86-036f67574299" providerId="ADAL" clId="{0A3B975A-95CE-48B3-B2A1-BF0F2AC435CC}" dt="2024-10-07T13:23:16.294" v="529" actId="1038"/>
          <ac:picMkLst>
            <pc:docMk/>
            <pc:sldMk cId="2031110140" sldId="266"/>
            <ac:picMk id="7" creationId="{160ED1CB-A59A-4F61-B2D7-E1476DEF362E}"/>
          </ac:picMkLst>
        </pc:picChg>
      </pc:sldChg>
      <pc:sldChg chg="addSp modSp add">
        <pc:chgData name="Lukas Sigrist" userId="f8aa5ed6-af49-496a-ab86-036f67574299" providerId="ADAL" clId="{0A3B975A-95CE-48B3-B2A1-BF0F2AC435CC}" dt="2024-10-07T13:40:20.282" v="564" actId="1036"/>
        <pc:sldMkLst>
          <pc:docMk/>
          <pc:sldMk cId="173323555" sldId="267"/>
        </pc:sldMkLst>
        <pc:spChg chg="mod">
          <ac:chgData name="Lukas Sigrist" userId="f8aa5ed6-af49-496a-ab86-036f67574299" providerId="ADAL" clId="{0A3B975A-95CE-48B3-B2A1-BF0F2AC435CC}" dt="2024-10-07T13:29:06.829" v="551" actId="20577"/>
          <ac:spMkLst>
            <pc:docMk/>
            <pc:sldMk cId="173323555" sldId="267"/>
            <ac:spMk id="8" creationId="{18428657-8341-4FD3-B468-240AB11A8B91}"/>
          </ac:spMkLst>
        </pc:spChg>
        <pc:picChg chg="add mod">
          <ac:chgData name="Lukas Sigrist" userId="f8aa5ed6-af49-496a-ab86-036f67574299" providerId="ADAL" clId="{0A3B975A-95CE-48B3-B2A1-BF0F2AC435CC}" dt="2024-10-07T13:40:11.194" v="561" actId="1035"/>
          <ac:picMkLst>
            <pc:docMk/>
            <pc:sldMk cId="173323555" sldId="267"/>
            <ac:picMk id="6" creationId="{05E19D69-83CD-42A0-A82D-C117DCAD417A}"/>
          </ac:picMkLst>
        </pc:picChg>
        <pc:picChg chg="add mod">
          <ac:chgData name="Lukas Sigrist" userId="f8aa5ed6-af49-496a-ab86-036f67574299" providerId="ADAL" clId="{0A3B975A-95CE-48B3-B2A1-BF0F2AC435CC}" dt="2024-10-07T13:40:20.282" v="564" actId="1036"/>
          <ac:picMkLst>
            <pc:docMk/>
            <pc:sldMk cId="173323555" sldId="267"/>
            <ac:picMk id="10" creationId="{18894C87-3CA7-41E6-BD06-E21C2A2B53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52779-EAAF-4B64-A2A0-30F34EC04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A2E58A-B63E-417C-BC29-5D393BB4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25CEC7-28FD-4F62-9984-B118825C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439F9-75EB-40B5-87AC-DA2A5B4E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6C357-05F7-4A26-9A9E-0ED2C9E1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4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6A478-FD06-456C-9654-88C6330B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5076B5-70FF-4683-A133-A53E0DD1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2B32F5-C70E-4466-A344-EAD71E01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323B72-625E-45A9-A462-40DEDFF4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F30028-362F-4173-A2BC-A670C16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1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DADB6-FA3C-498D-A6B4-05D3B27D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A73C9B-6464-4DCD-9F42-E6443AD27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AF710-2DFC-41BE-9A58-417E0314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1DA6A6-B4A4-443D-8ABA-5C733EC8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08303D-2E20-48A5-BEBF-7E272168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D27EA-5382-4ECA-AD19-8317B04D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C69F15-9C64-4028-A529-6AFFB51A2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5076D8-BB55-465E-9FC4-2257E0324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35525B-C2CD-484B-9A1D-461CF581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9DD83D-0769-4C9D-9740-5AECD607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26805C-4FA5-4539-86EC-18168AA5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56F82-C38E-44B5-B80F-A05AA06A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86EB34-6038-435F-BD40-F338F1DAA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A637E3-11BA-4CD1-831D-5B5B919DC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AC20AE-995C-4592-A9EB-47991A0C6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B17E83-8E37-4EE6-93BC-05F48DAE6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F6913C-3750-4DC6-978E-9AE4DCD4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8363A9-A9B9-4C0F-933D-48D1DD69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39BDA3-B600-4C67-A749-7AA9BABA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E5CED-E51D-4362-9F04-B60A2A17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16948-3E31-4CC0-A050-9D820EAF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8CBFCD-4BFD-455A-A979-0C37E8CD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2F70D6-2AB6-422A-972C-DE109A46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1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440C75-AA6B-43A8-8E00-B1873832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44F624-C4A2-40AB-B842-DC78A7B3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7F519E-447F-4A6F-AA43-EB41E7C9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1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55D5-9761-4FB3-94BB-00E5BA7D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1CD700-D9A3-446F-B917-6CF6163E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2525ED-4281-4653-B2E5-730F3CDAC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56F917-5438-44DD-862A-9BFC2D51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ABCD3D-3F18-4BFD-A317-9413C7B9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3B5A08-3282-42B2-A0EB-2650A671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7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E8703-C1F5-4EE3-AA1C-8155AA75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F93550-D21A-4382-BF68-0D688687A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1561AB-3EEB-4AAE-BCE7-9B51CF968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28ABA2-2201-43AA-89C7-E256EFFFD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527393-A616-45D5-83C0-0B536F99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C6BEC6-4E3A-423B-97FE-C599BFA7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9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B18F7-1633-477D-9557-15F434EA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E6BE44-3986-40FC-A8A3-79A412878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780D28-D651-458E-B2F6-5510FAE8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754E22-18D8-4439-A6F4-5FC2A8FE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AD3868-DD64-4575-B19B-F715FE67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EB4BF8-430C-43F0-B4F6-74B9D029D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926DF1-7126-439E-97A2-8192F6E17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FC2CFB-2B25-4398-A328-D61566B5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C1F61A-1A25-46B9-BD74-FDF7719E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4AE254-F964-435B-B3C6-D892468B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9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40F619C-7534-40F1-BC79-906B6954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E3D6D0-AA1C-4329-88AD-9E949A6E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3CF43D-5E32-40F4-BF69-5CC83B25C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90EA5-9E81-4E27-9367-1CC20D63F71B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25218E-E88C-475D-A90F-DE02FF533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E046A1-336C-4678-ACF8-98903589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12EDB-56DC-4C76-A0A1-FF082E88A74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9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BFB9-81BE-4138-ADDA-EB4B9965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23DC9-15ED-4226-A3CA-AC0CF5DF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Kundur</a:t>
            </a:r>
            <a:r>
              <a:rPr lang="en-US" dirty="0"/>
              <a:t> test system with a DC interconnection instead of AC</a:t>
            </a:r>
          </a:p>
          <a:p>
            <a:endParaRPr lang="en-US" dirty="0"/>
          </a:p>
          <a:p>
            <a:r>
              <a:rPr lang="en-US" dirty="0"/>
              <a:t>HYACDCSIM/Simulation/</a:t>
            </a:r>
            <a:r>
              <a:rPr lang="en-US" dirty="0" err="1"/>
              <a:t>TestSystem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2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BFB9-81BE-4138-ADDA-EB4B9965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23DC9-15ED-4226-A3CA-AC0CF5DF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point change of generator 3 (area 2) from 777 MW to 650 MW</a:t>
            </a:r>
          </a:p>
          <a:p>
            <a:endParaRPr lang="en-US" dirty="0"/>
          </a:p>
          <a:p>
            <a:r>
              <a:rPr lang="en-US" dirty="0"/>
              <a:t>Measure of active power, terminal voltage and speed deviations of each generator</a:t>
            </a:r>
          </a:p>
          <a:p>
            <a:endParaRPr lang="en-US" dirty="0"/>
          </a:p>
          <a:p>
            <a:r>
              <a:rPr lang="en-US" dirty="0"/>
              <a:t>Measure of injected currents (d and q-axis) of the VSC at bus 9 (area 2)</a:t>
            </a:r>
          </a:p>
        </p:txBody>
      </p:sp>
    </p:spTree>
    <p:extLst>
      <p:ext uri="{BB962C8B-B14F-4D97-AF65-F5344CB8AC3E}">
        <p14:creationId xmlns:p14="http://schemas.microsoft.com/office/powerpoint/2010/main" val="396054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SVSCON – Control Ps y Qs sin PI and distributed </a:t>
            </a:r>
            <a:r>
              <a:rPr lang="en-US" dirty="0" err="1"/>
              <a:t>Udc</a:t>
            </a:r>
            <a:r>
              <a:rPr lang="en-US" dirty="0"/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4D80C5-5F89-469E-BC8E-4493D6267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3" y="1869713"/>
            <a:ext cx="5093218" cy="39867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54A4466-3C2F-43D1-8DC0-4354AA83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9713"/>
            <a:ext cx="5486411" cy="40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9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VSCGFL – Control Ps y Qs sin PI and distributed </a:t>
            </a:r>
            <a:r>
              <a:rPr lang="en-US" dirty="0" err="1"/>
              <a:t>Udc</a:t>
            </a:r>
            <a:r>
              <a:rPr lang="en-US" dirty="0"/>
              <a:t> </a:t>
            </a:r>
          </a:p>
        </p:txBody>
      </p:sp>
      <p:pic>
        <p:nvPicPr>
          <p:cNvPr id="12" name="Marcador de contenido 16">
            <a:extLst>
              <a:ext uri="{FF2B5EF4-FFF2-40B4-BE49-F238E27FC236}">
                <a16:creationId xmlns:a16="http://schemas.microsoft.com/office/drawing/2014/main" id="{F21190C9-17CC-45B0-973D-E985C12FC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1" y="1869168"/>
            <a:ext cx="5093218" cy="3986792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06B54B4-27DE-4306-952C-07142314D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9168"/>
            <a:ext cx="5486411" cy="40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5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SVSCON – Control Ps y Vs and distributed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26" name="Marcador de contenido 25">
            <a:extLst>
              <a:ext uri="{FF2B5EF4-FFF2-40B4-BE49-F238E27FC236}">
                <a16:creationId xmlns:a16="http://schemas.microsoft.com/office/drawing/2014/main" id="{7FE24584-3A03-4889-BBFB-E276B956D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9722"/>
            <a:ext cx="5486411" cy="4023368"/>
          </a:xfr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6DD2CD5-DBEB-4686-B1EF-86EB29086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1" y="1869722"/>
            <a:ext cx="5093218" cy="398679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F30BEEE-24C6-4DB0-8397-DBB448616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099" y="2589978"/>
            <a:ext cx="5321819" cy="39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6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VSCGFL – Control Ps y Vs and distributed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31289C18-56DE-4AE1-85B0-2458943AE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9352"/>
            <a:ext cx="5486411" cy="4023368"/>
          </a:xfr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737B0D3-D141-4FA4-9A5C-7F90BA513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1" y="1869352"/>
            <a:ext cx="5093218" cy="398679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91F60BF-E461-477D-916E-B48C3AD3F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099" y="2589788"/>
            <a:ext cx="5321819" cy="39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0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BFB9-81BE-4138-ADDA-EB4B9965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test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23DC9-15ED-4226-A3CA-AC0CF5DF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point change of VSC at bus 7 (area 1) from 413 MW to 350 MW</a:t>
            </a:r>
          </a:p>
          <a:p>
            <a:endParaRPr lang="en-US" dirty="0"/>
          </a:p>
          <a:p>
            <a:r>
              <a:rPr lang="en-US" dirty="0"/>
              <a:t>Measure of active power, terminal voltage and speed deviations of each generator</a:t>
            </a:r>
          </a:p>
          <a:p>
            <a:endParaRPr lang="en-US" dirty="0"/>
          </a:p>
          <a:p>
            <a:r>
              <a:rPr lang="en-US" dirty="0"/>
              <a:t>Measure of injected currents (d and q-axis) of the VSC at bus 9 (area 2) and the DC voltage</a:t>
            </a:r>
          </a:p>
        </p:txBody>
      </p:sp>
    </p:spTree>
    <p:extLst>
      <p:ext uri="{BB962C8B-B14F-4D97-AF65-F5344CB8AC3E}">
        <p14:creationId xmlns:p14="http://schemas.microsoft.com/office/powerpoint/2010/main" val="335225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SVSCON – Control Ps y Vs and distributed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1E2FA8-941B-44B4-BEF4-E8A12FBB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12" y="1862201"/>
            <a:ext cx="5376683" cy="39867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FC3CAF-7ED7-48BB-A2C7-587B90887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486411" cy="40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7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VSCGFL – Control Ps y Vs and distributed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31289C18-56DE-4AE1-85B0-2458943AE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9352"/>
            <a:ext cx="5486411" cy="4023368"/>
          </a:xfr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737B0D3-D141-4FA4-9A5C-7F90BA513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1" y="1869352"/>
            <a:ext cx="5093218" cy="398679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0A2BD22-1378-4F4B-9268-BEAE36B98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32776"/>
            <a:ext cx="5486411" cy="402336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F9B59A4-078D-462A-AF6E-EFD3CD502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26" y="1869352"/>
            <a:ext cx="5376683" cy="39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6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SVSCON – Control Ps y Vs and centralized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1E2FA8-941B-44B4-BEF4-E8A12FBB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6" y="1862201"/>
            <a:ext cx="5376683" cy="39867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FC3CAF-7ED7-48BB-A2C7-587B90887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486411" cy="40233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38495D6-2F31-43F0-B5AD-DE09C3B9C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25625"/>
            <a:ext cx="5486411" cy="40233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60ED1CB-A59A-4F61-B2D7-E1476DEF3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8" y="1862017"/>
            <a:ext cx="5294387" cy="39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10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8428657-8341-4FD3-B468-240AB11A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VSCGFL – Control Ps y Vs and centralized </a:t>
            </a:r>
            <a:r>
              <a:rPr lang="en-US" dirty="0" err="1"/>
              <a:t>Udc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1E2FA8-941B-44B4-BEF4-E8A12FBB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6" y="1862201"/>
            <a:ext cx="5376683" cy="39867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FC3CAF-7ED7-48BB-A2C7-587B90887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486411" cy="40233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38495D6-2F31-43F0-B5AD-DE09C3B9C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25625"/>
            <a:ext cx="5486411" cy="40233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60ED1CB-A59A-4F61-B2D7-E1476DEF3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8" y="1862017"/>
            <a:ext cx="5294387" cy="39867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E19D69-83CD-42A0-A82D-C117DCAD4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825073"/>
            <a:ext cx="5486411" cy="40233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894C87-3CA7-41E6-BD06-E21C2A2B53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8" y="1862017"/>
            <a:ext cx="5294387" cy="39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3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46BA61710CD84DA7831214C85E5F2D" ma:contentTypeVersion="20" ma:contentTypeDescription="Crear nuevo documento." ma:contentTypeScope="" ma:versionID="90a4fa5f2e6535ca1cba3aae17db108a">
  <xsd:schema xmlns:xsd="http://www.w3.org/2001/XMLSchema" xmlns:xs="http://www.w3.org/2001/XMLSchema" xmlns:p="http://schemas.microsoft.com/office/2006/metadata/properties" xmlns:ns1="http://schemas.microsoft.com/sharepoint/v3" xmlns:ns3="3e451327-cce8-453e-adfc-c84fafa02eea" xmlns:ns4="6f62500b-e07b-4914-b8bd-b6b6a0e89b74" targetNamespace="http://schemas.microsoft.com/office/2006/metadata/properties" ma:root="true" ma:fieldsID="1c37a5f07109370069bd67e366806bcd" ns1:_="" ns3:_="" ns4:_="">
    <xsd:import namespace="http://schemas.microsoft.com/sharepoint/v3"/>
    <xsd:import namespace="3e451327-cce8-453e-adfc-c84fafa02eea"/>
    <xsd:import namespace="6f62500b-e07b-4914-b8bd-b6b6a0e89b7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1:_ip_UnifiedCompliancePolicyProperties" minOccurs="0"/>
                <xsd:element ref="ns1:_ip_UnifiedCompliancePolicyUIAction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451327-cce8-453e-adfc-c84fafa02ee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2500b-e07b-4914-b8bd-b6b6a0e89b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6f62500b-e07b-4914-b8bd-b6b6a0e89b74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83BD4CF-F722-461C-AD78-490DF06C22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e451327-cce8-453e-adfc-c84fafa02eea"/>
    <ds:schemaRef ds:uri="6f62500b-e07b-4914-b8bd-b6b6a0e89b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2DAA0B-8607-4E01-9A69-D8F7F502C4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A1E18C-C269-4EE2-B7F0-2A6A75A981FA}">
  <ds:schemaRefs>
    <ds:schemaRef ds:uri="http://www.w3.org/XML/1998/namespace"/>
    <ds:schemaRef ds:uri="http://purl.org/dc/terms/"/>
    <ds:schemaRef ds:uri="http://schemas.microsoft.com/office/infopath/2007/PartnerControls"/>
    <ds:schemaRef ds:uri="http://schemas.microsoft.com/sharepoint/v3"/>
    <ds:schemaRef ds:uri="6f62500b-e07b-4914-b8bd-b6b6a0e89b74"/>
    <ds:schemaRef ds:uri="http://schemas.microsoft.com/office/2006/documentManagement/types"/>
    <ds:schemaRef ds:uri="3e451327-cce8-453e-adfc-c84fafa02eea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199</Words>
  <Application>Microsoft Office PowerPoint</Application>
  <PresentationFormat>Panorámica</PresentationFormat>
  <Paragraphs>24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Test case</vt:lpstr>
      <vt:lpstr>First test</vt:lpstr>
      <vt:lpstr>SVSCON – Control Ps y Qs sin PI and distributed Udc </vt:lpstr>
      <vt:lpstr>VSCGFL – Control Ps y Qs sin PI and distributed Udc </vt:lpstr>
      <vt:lpstr>SVSCON – Control Ps y Vs and distributed Udc</vt:lpstr>
      <vt:lpstr>VSCGFL – Control Ps y Vs and distributed Udc</vt:lpstr>
      <vt:lpstr>Second test</vt:lpstr>
      <vt:lpstr>SVSCON – Control Ps y Vs and distributed Udc</vt:lpstr>
      <vt:lpstr>VSCGFL – Control Ps y Vs and distributed Udc</vt:lpstr>
      <vt:lpstr>SVSCON – Control Ps y Vs and centralized Udc</vt:lpstr>
      <vt:lpstr>VSCGFL – Control Ps y Vs and centralized Udc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SVSCON – Control sin PI Ps y Qs</dc:title>
  <dc:creator>Lukas Sigrist</dc:creator>
  <cp:lastModifiedBy>Lukas Sigrist</cp:lastModifiedBy>
  <cp:revision>14</cp:revision>
  <dcterms:created xsi:type="dcterms:W3CDTF">2024-10-03T11:32:12Z</dcterms:created>
  <dcterms:modified xsi:type="dcterms:W3CDTF">2024-10-07T13:40:42Z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0x0101002346BA61710CD84DA7831214C85E5F2D</vt:lpwstr>
  </property>
</Properties>
</file>